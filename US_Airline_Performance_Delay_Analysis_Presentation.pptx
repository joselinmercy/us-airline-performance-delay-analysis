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F76B7-9EC6-4ECE-B45F-F07D0C33D078}" v="10" dt="2026-06-07T18:24:00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lin Mercy" userId="79ec0cad8a205e90" providerId="LiveId" clId="{9D0969C6-E62F-4826-B327-A45904C69655}"/>
    <pc:docChg chg="undo custSel addSld modSld">
      <pc:chgData name="Joselin Mercy" userId="79ec0cad8a205e90" providerId="LiveId" clId="{9D0969C6-E62F-4826-B327-A45904C69655}" dt="2026-06-07T18:24:00.062" v="189" actId="1076"/>
      <pc:docMkLst>
        <pc:docMk/>
      </pc:docMkLst>
      <pc:sldChg chg="addSp delSp modSp mod">
        <pc:chgData name="Joselin Mercy" userId="79ec0cad8a205e90" providerId="LiveId" clId="{9D0969C6-E62F-4826-B327-A45904C69655}" dt="2026-06-07T18:24:00.062" v="189" actId="1076"/>
        <pc:sldMkLst>
          <pc:docMk/>
          <pc:sldMk cId="1578777030" sldId="266"/>
        </pc:sldMkLst>
        <pc:spChg chg="add del mod">
          <ac:chgData name="Joselin Mercy" userId="79ec0cad8a205e90" providerId="LiveId" clId="{9D0969C6-E62F-4826-B327-A45904C69655}" dt="2026-06-07T18:23:21.152" v="186"/>
          <ac:spMkLst>
            <pc:docMk/>
            <pc:sldMk cId="1578777030" sldId="266"/>
            <ac:spMk id="3" creationId="{F3D2A0AB-E554-F46D-3935-85C8CAD8DC99}"/>
          </ac:spMkLst>
        </pc:spChg>
        <pc:spChg chg="add mod">
          <ac:chgData name="Joselin Mercy" userId="79ec0cad8a205e90" providerId="LiveId" clId="{9D0969C6-E62F-4826-B327-A45904C69655}" dt="2026-06-07T18:22:59.252" v="8"/>
          <ac:spMkLst>
            <pc:docMk/>
            <pc:sldMk cId="1578777030" sldId="266"/>
            <ac:spMk id="4" creationId="{D144D2ED-F62E-2CA0-3358-3D7A58CF26F5}"/>
          </ac:spMkLst>
        </pc:spChg>
        <pc:spChg chg="add">
          <ac:chgData name="Joselin Mercy" userId="79ec0cad8a205e90" providerId="LiveId" clId="{9D0969C6-E62F-4826-B327-A45904C69655}" dt="2026-06-07T18:23:06.858" v="11"/>
          <ac:spMkLst>
            <pc:docMk/>
            <pc:sldMk cId="1578777030" sldId="266"/>
            <ac:spMk id="5" creationId="{63AB022F-368E-DF23-AEED-4004FD96D360}"/>
          </ac:spMkLst>
        </pc:spChg>
        <pc:spChg chg="add mod">
          <ac:chgData name="Joselin Mercy" userId="79ec0cad8a205e90" providerId="LiveId" clId="{9D0969C6-E62F-4826-B327-A45904C69655}" dt="2026-06-07T18:24:00.062" v="189" actId="1076"/>
          <ac:spMkLst>
            <pc:docMk/>
            <pc:sldMk cId="1578777030" sldId="266"/>
            <ac:spMk id="6" creationId="{A6CBAE6C-7756-4E5D-E7C1-051F9A9F2D09}"/>
          </ac:spMkLst>
        </pc:spChg>
      </pc:sldChg>
      <pc:sldChg chg="addSp delSp modSp new mod">
        <pc:chgData name="Joselin Mercy" userId="79ec0cad8a205e90" providerId="LiveId" clId="{9D0969C6-E62F-4826-B327-A45904C69655}" dt="2026-06-07T18:23:00.495" v="10" actId="1076"/>
        <pc:sldMkLst>
          <pc:docMk/>
          <pc:sldMk cId="2798223578" sldId="267"/>
        </pc:sldMkLst>
        <pc:spChg chg="mod">
          <ac:chgData name="Joselin Mercy" userId="79ec0cad8a205e90" providerId="LiveId" clId="{9D0969C6-E62F-4826-B327-A45904C69655}" dt="2026-06-07T18:21:31.036" v="1"/>
          <ac:spMkLst>
            <pc:docMk/>
            <pc:sldMk cId="2798223578" sldId="267"/>
            <ac:spMk id="2" creationId="{4F4DDFD4-7DF1-88E2-9B25-02FC3026113A}"/>
          </ac:spMkLst>
        </pc:spChg>
        <pc:spChg chg="del">
          <ac:chgData name="Joselin Mercy" userId="79ec0cad8a205e90" providerId="LiveId" clId="{9D0969C6-E62F-4826-B327-A45904C69655}" dt="2026-06-07T18:21:40.806" v="2"/>
          <ac:spMkLst>
            <pc:docMk/>
            <pc:sldMk cId="2798223578" sldId="267"/>
            <ac:spMk id="3" creationId="{93DA2AD9-F467-09BA-223D-A8D73E8D56FF}"/>
          </ac:spMkLst>
        </pc:spChg>
        <pc:spChg chg="add mod">
          <ac:chgData name="Joselin Mercy" userId="79ec0cad8a205e90" providerId="LiveId" clId="{9D0969C6-E62F-4826-B327-A45904C69655}" dt="2026-06-07T18:23:00.495" v="10" actId="1076"/>
          <ac:spMkLst>
            <pc:docMk/>
            <pc:sldMk cId="2798223578" sldId="267"/>
            <ac:spMk id="4" creationId="{05B6F4DF-CC1F-FBC7-8388-33462023356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307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68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894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73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7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37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15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5184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0675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94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84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1DF7920-BF6B-44B8-ADCC-AE9AB051F9B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40C5873-58E9-47BD-BD09-760B0875561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6904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553B-5957-1120-E592-45E891FA2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1522794"/>
          </a:xfrm>
        </p:spPr>
        <p:txBody>
          <a:bodyPr/>
          <a:lstStyle/>
          <a:p>
            <a:r>
              <a:rPr lang="en-IN" sz="4400" dirty="0"/>
              <a:t>U.S. Airline Flight Performance Dashboard (2015)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7EC1C-BE6B-2606-9B0E-B6398EE83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3614058"/>
            <a:ext cx="9070848" cy="1525206"/>
          </a:xfrm>
        </p:spPr>
        <p:txBody>
          <a:bodyPr/>
          <a:lstStyle/>
          <a:p>
            <a:r>
              <a:rPr lang="en-IN" sz="2000" dirty="0"/>
              <a:t>Prepared By: Joselin Mercy J</a:t>
            </a:r>
          </a:p>
          <a:p>
            <a:pPr algn="l"/>
            <a:r>
              <a:rPr lang="en-IN" dirty="0"/>
              <a:t>Tools Used:</a:t>
            </a:r>
            <a:br>
              <a:rPr lang="en-IN" dirty="0"/>
            </a:br>
            <a:r>
              <a:rPr lang="en-IN" dirty="0"/>
              <a:t>• SQL</a:t>
            </a:r>
            <a:br>
              <a:rPr lang="en-IN" dirty="0"/>
            </a:br>
            <a:r>
              <a:rPr lang="en-IN" dirty="0"/>
              <a:t>• Power BI</a:t>
            </a:r>
            <a:br>
              <a:rPr lang="en-IN" dirty="0"/>
            </a:br>
            <a:r>
              <a:rPr lang="en-IN" dirty="0"/>
              <a:t>• Excel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90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B551-5BA7-7A11-829F-670B8D2D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CED8-68D2-6117-AAAF-4759D3098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Problem:</a:t>
            </a:r>
            <a:br>
              <a:rPr lang="en-IN" sz="2000" dirty="0"/>
            </a:br>
            <a:r>
              <a:rPr lang="en-IN" sz="2000" dirty="0"/>
              <a:t>Flight delays and cancellations impact operational efficiency and customer satisfaction.</a:t>
            </a:r>
          </a:p>
          <a:p>
            <a:r>
              <a:rPr lang="en-IN" sz="2000" dirty="0"/>
              <a:t>Objectives: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dirty="0" err="1"/>
              <a:t>Analyze</a:t>
            </a:r>
            <a:r>
              <a:rPr lang="en-IN" sz="2000" dirty="0"/>
              <a:t> delays and cancellations</a:t>
            </a:r>
            <a:br>
              <a:rPr lang="en-IN" sz="2000" dirty="0"/>
            </a:br>
            <a:r>
              <a:rPr lang="en-IN" sz="2000" dirty="0"/>
              <a:t>• Evaluate airline performance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dirty="0" err="1"/>
              <a:t>Analyze</a:t>
            </a:r>
            <a:r>
              <a:rPr lang="en-IN" sz="2000" dirty="0"/>
              <a:t> airport operations</a:t>
            </a:r>
            <a:br>
              <a:rPr lang="en-IN" sz="2000" dirty="0"/>
            </a:br>
            <a:r>
              <a:rPr lang="en-IN" sz="2000" dirty="0"/>
              <a:t>• Generate actionable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023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18DE-F28C-5F3E-B987-25B18357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214FB-8701-C270-3CC9-A4609117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Dataset:</a:t>
            </a:r>
            <a:br>
              <a:rPr lang="en-IN" sz="2000" dirty="0"/>
            </a:br>
            <a:r>
              <a:rPr lang="en-IN" sz="2000" dirty="0"/>
              <a:t>2015 U.S. Domestic Flights</a:t>
            </a:r>
          </a:p>
          <a:p>
            <a:r>
              <a:rPr lang="en-IN" sz="2000" dirty="0"/>
              <a:t>Data Volume:</a:t>
            </a:r>
            <a:br>
              <a:rPr lang="en-IN" sz="2000" dirty="0"/>
            </a:br>
            <a:r>
              <a:rPr lang="en-IN" sz="2000" dirty="0"/>
              <a:t>• 1.05M+ Flight Records</a:t>
            </a:r>
          </a:p>
          <a:p>
            <a:r>
              <a:rPr lang="en-IN" sz="2000" dirty="0"/>
              <a:t>Key Attributes:</a:t>
            </a:r>
            <a:br>
              <a:rPr lang="en-IN" sz="2000" dirty="0"/>
            </a:br>
            <a:r>
              <a:rPr lang="en-IN" sz="2000" dirty="0"/>
              <a:t>• Airline</a:t>
            </a:r>
            <a:br>
              <a:rPr lang="en-IN" sz="2000" dirty="0"/>
            </a:br>
            <a:r>
              <a:rPr lang="en-IN" sz="2000" dirty="0"/>
              <a:t>• Airports</a:t>
            </a:r>
            <a:br>
              <a:rPr lang="en-IN" sz="2000" dirty="0"/>
            </a:br>
            <a:r>
              <a:rPr lang="en-IN" sz="2000" dirty="0"/>
              <a:t>• Delays</a:t>
            </a:r>
            <a:br>
              <a:rPr lang="en-IN" sz="2000" dirty="0"/>
            </a:br>
            <a:r>
              <a:rPr lang="en-IN" sz="2000" dirty="0"/>
              <a:t>• Cancellations</a:t>
            </a:r>
            <a:br>
              <a:rPr lang="en-IN" sz="2000" dirty="0"/>
            </a:br>
            <a:r>
              <a:rPr lang="en-IN" sz="2000" dirty="0"/>
              <a:t>• Month</a:t>
            </a:r>
            <a:br>
              <a:rPr lang="en-IN" sz="2000" dirty="0"/>
            </a:br>
            <a:r>
              <a:rPr lang="en-IN" sz="2000" dirty="0"/>
              <a:t>• State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272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3D4C-78C6-DB81-66A3-7A16C122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8FEF9-9AF9-2B54-1EF0-B8BAA2F21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Steps Performed:</a:t>
            </a:r>
            <a:br>
              <a:rPr lang="en-IN" sz="2000" dirty="0"/>
            </a:br>
            <a:r>
              <a:rPr lang="en-IN" sz="2000" dirty="0"/>
              <a:t>• Data Cleaning</a:t>
            </a:r>
            <a:br>
              <a:rPr lang="en-IN" sz="2000" dirty="0"/>
            </a:br>
            <a:r>
              <a:rPr lang="en-IN" sz="2000" dirty="0"/>
              <a:t>• Null Handling</a:t>
            </a:r>
            <a:br>
              <a:rPr lang="en-IN" sz="2000" dirty="0"/>
            </a:br>
            <a:r>
              <a:rPr lang="en-IN" sz="2000" dirty="0"/>
              <a:t>• Data Type Conversion</a:t>
            </a:r>
            <a:br>
              <a:rPr lang="en-IN" sz="2000" dirty="0"/>
            </a:br>
            <a:r>
              <a:rPr lang="en-IN" sz="2000" dirty="0"/>
              <a:t>• Data </a:t>
            </a:r>
            <a:r>
              <a:rPr lang="en-IN" sz="2000" dirty="0" err="1"/>
              <a:t>Modeling</a:t>
            </a:r>
            <a:endParaRPr lang="en-IN" sz="2000" dirty="0"/>
          </a:p>
          <a:p>
            <a:r>
              <a:rPr lang="en-IN" sz="2000" dirty="0"/>
              <a:t>Tools:</a:t>
            </a:r>
            <a:br>
              <a:rPr lang="en-IN" sz="2000" dirty="0"/>
            </a:br>
            <a:r>
              <a:rPr lang="en-IN" sz="2000" dirty="0"/>
              <a:t>• SQL</a:t>
            </a:r>
            <a:br>
              <a:rPr lang="en-IN" sz="2000" dirty="0"/>
            </a:br>
            <a:r>
              <a:rPr lang="en-IN" sz="2000" dirty="0"/>
              <a:t>•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0DF0-DC67-4B95-28BA-37C131F76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731551"/>
          </a:xfrm>
        </p:spPr>
        <p:txBody>
          <a:bodyPr/>
          <a:lstStyle/>
          <a:p>
            <a:r>
              <a:rPr lang="en-IN" dirty="0"/>
              <a:t>KPI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C45F9D-1C6D-FE17-6D2D-5463000E9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528" y="2652680"/>
            <a:ext cx="6197919" cy="18540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E1440-A6EC-15C8-F15D-2AD7CA6B0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632857"/>
            <a:ext cx="2430780" cy="4474029"/>
          </a:xfrm>
        </p:spPr>
        <p:txBody>
          <a:bodyPr/>
          <a:lstStyle/>
          <a:p>
            <a:r>
              <a:rPr lang="en-IN" sz="1500" dirty="0"/>
              <a:t>Key Metrics:</a:t>
            </a:r>
          </a:p>
          <a:p>
            <a:r>
              <a:rPr lang="en-IN" sz="1500" dirty="0"/>
              <a:t>• Total Flights – 1.05M</a:t>
            </a:r>
            <a:br>
              <a:rPr lang="en-IN" sz="1500" dirty="0"/>
            </a:br>
            <a:r>
              <a:rPr lang="en-IN" sz="1500" dirty="0"/>
              <a:t>• Cancelled Flights – 40.5K</a:t>
            </a:r>
            <a:br>
              <a:rPr lang="en-IN" sz="1500" dirty="0"/>
            </a:br>
            <a:r>
              <a:rPr lang="en-IN" sz="1500" dirty="0"/>
              <a:t>• </a:t>
            </a:r>
            <a:r>
              <a:rPr lang="en-IN" sz="1500" dirty="0" err="1"/>
              <a:t>Avg</a:t>
            </a:r>
            <a:r>
              <a:rPr lang="en-IN" sz="1500" dirty="0"/>
              <a:t> Arrival Delay – 7.6 Minutes</a:t>
            </a:r>
            <a:br>
              <a:rPr lang="en-IN" sz="1500" dirty="0"/>
            </a:br>
            <a:r>
              <a:rPr lang="en-IN" sz="1500" dirty="0"/>
              <a:t>• </a:t>
            </a:r>
            <a:r>
              <a:rPr lang="en-IN" sz="1500" dirty="0" err="1"/>
              <a:t>Avg</a:t>
            </a:r>
            <a:r>
              <a:rPr lang="en-IN" sz="1500" dirty="0"/>
              <a:t> Departure Delay – 11.3 Minutes</a:t>
            </a:r>
            <a:br>
              <a:rPr lang="en-IN" sz="1500" dirty="0"/>
            </a:br>
            <a:r>
              <a:rPr lang="en-IN" sz="1500" dirty="0"/>
              <a:t>• Cancellation Rate – 3.86%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423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60CAA-3577-F78C-80E7-71A17C69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Airline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B472-429D-551F-46B8-86E850239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Visuals:</a:t>
            </a:r>
            <a:br>
              <a:rPr lang="en-IN" sz="2000" dirty="0"/>
            </a:br>
            <a:r>
              <a:rPr lang="en-IN" sz="2000" dirty="0"/>
              <a:t>• Top Airlines by Flight Volume</a:t>
            </a:r>
            <a:br>
              <a:rPr lang="en-IN" sz="2000" dirty="0"/>
            </a:br>
            <a:r>
              <a:rPr lang="en-IN" sz="2000" dirty="0"/>
              <a:t>• Airlines with Most Cancellations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dirty="0" err="1"/>
              <a:t>Avg</a:t>
            </a:r>
            <a:r>
              <a:rPr lang="en-IN" sz="2000" dirty="0"/>
              <a:t> Arrival Delay by Airline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dirty="0" err="1"/>
              <a:t>Avg</a:t>
            </a:r>
            <a:r>
              <a:rPr lang="en-IN" sz="2000" dirty="0"/>
              <a:t> Departure Delay by Airline</a:t>
            </a:r>
          </a:p>
          <a:p>
            <a:r>
              <a:rPr lang="en-IN" sz="2000" dirty="0"/>
              <a:t>Key Finding:</a:t>
            </a:r>
            <a:br>
              <a:rPr lang="en-IN" sz="2000" dirty="0"/>
            </a:br>
            <a:r>
              <a:rPr lang="en-IN" sz="2000" dirty="0"/>
              <a:t>Southwest Airlines operated the highest flight volume.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30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4C3A-76C2-AC39-EA26-0FBFB4F8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Airport Performance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58933D-AF5B-5EED-DAA1-0C69EF800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9057" y="1306286"/>
            <a:ext cx="5682343" cy="3810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472CF-E292-CD51-6246-4C2099572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1500" dirty="0"/>
              <a:t>Visual:</a:t>
            </a:r>
            <a:br>
              <a:rPr lang="en-IN" sz="1500" dirty="0"/>
            </a:br>
            <a:r>
              <a:rPr lang="en-IN" sz="1500" dirty="0"/>
              <a:t>Busiest Origin Airports</a:t>
            </a:r>
          </a:p>
          <a:p>
            <a:r>
              <a:rPr lang="en-IN" sz="1500" dirty="0"/>
              <a:t>Key Finding:</a:t>
            </a:r>
            <a:br>
              <a:rPr lang="en-IN" sz="1500" dirty="0"/>
            </a:br>
            <a:r>
              <a:rPr lang="en-IN" sz="1500" dirty="0"/>
              <a:t>Hartsfield-Jackson Atlanta International Airport recorded the highest traffic.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87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E2A9-5D3D-9C8A-FA85-7582F2D0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Monthly Trend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6856D4-6273-86AF-8C70-B720074D7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452" y="1676400"/>
            <a:ext cx="5157076" cy="35052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BAB44-43AD-3616-1ACC-92AFF528B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1500" dirty="0"/>
              <a:t>Visual:</a:t>
            </a:r>
            <a:br>
              <a:rPr lang="en-IN" sz="1500" dirty="0"/>
            </a:br>
            <a:r>
              <a:rPr lang="en-IN" sz="1500" dirty="0"/>
              <a:t>Monthly Flight Volume</a:t>
            </a:r>
          </a:p>
          <a:p>
            <a:r>
              <a:rPr lang="en-IN" sz="1500" dirty="0"/>
              <a:t>Key Finding:</a:t>
            </a:r>
            <a:br>
              <a:rPr lang="en-IN" sz="1500" dirty="0"/>
            </a:br>
            <a:r>
              <a:rPr lang="en-IN" sz="1500" dirty="0"/>
              <a:t>Flight activity varied across months with noticeable volume differences.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46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DFD4-7DF1-88E2-9B25-02FC3026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B6F4DF-CC1F-FBC7-8388-334620233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099584"/>
            <a:ext cx="50429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Reduced identification time for delay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Improved airline performance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Enabled data-driven decision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Highlighted operational bottlenecks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Improved understanding of cancellation trends </a:t>
            </a:r>
          </a:p>
        </p:txBody>
      </p:sp>
    </p:spTree>
    <p:extLst>
      <p:ext uri="{BB962C8B-B14F-4D97-AF65-F5344CB8AC3E}">
        <p14:creationId xmlns:p14="http://schemas.microsoft.com/office/powerpoint/2010/main" val="2798223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2F56-7F8D-C208-16FE-C506346F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1FA1CF-BC96-1959-C8BF-C5CA474D12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7429" y="2189649"/>
            <a:ext cx="579203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Improve turnaround processes for delayed airlines.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Increase operational resources at busy airports.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Implement proactive cancellation mitigation strategies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1290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A05A-A797-2E8F-AF8D-AD38DFCE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6CBAE6C-7756-4E5D-E7C1-051F9A9F2D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4771" y="2014194"/>
            <a:ext cx="52084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Analyzed 1.05M+ flight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Built an interactive Power BI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Identified key delay and cancellation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Evaluated airline and airport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 (Body)"/>
              </a:rPr>
              <a:t>Generated actionable business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15787770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26</TotalTime>
  <Words>342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Garamond</vt:lpstr>
      <vt:lpstr>Garamond (Body)</vt:lpstr>
      <vt:lpstr>Savon</vt:lpstr>
      <vt:lpstr>U.S. Airline Flight Performance Dashboard (2015)</vt:lpstr>
      <vt:lpstr>Project Overview</vt:lpstr>
      <vt:lpstr>Dataset Overview</vt:lpstr>
      <vt:lpstr>Data Preparation</vt:lpstr>
      <vt:lpstr>KPI Dashboard</vt:lpstr>
      <vt:lpstr>Airline Performance Analysis</vt:lpstr>
      <vt:lpstr>Airport Performance Analysis</vt:lpstr>
      <vt:lpstr>Monthly Trend Analysis</vt:lpstr>
      <vt:lpstr>Business Impact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Joselin Mercy</dc:creator>
  <cp:lastModifiedBy>Joselin Mercy</cp:lastModifiedBy>
  <cp:revision>1</cp:revision>
  <dcterms:created xsi:type="dcterms:W3CDTF">2026-06-07T17:49:50Z</dcterms:created>
  <dcterms:modified xsi:type="dcterms:W3CDTF">2026-06-07T18:24:07Z</dcterms:modified>
</cp:coreProperties>
</file>